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7337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237226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20860919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44407982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208759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1663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73C797-2C05-2FD6-1307-620DA458E6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231F44-B78B-4FCD-7AFB-63A6EF0F73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396567-ACE7-10B3-331E-B90E131238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2CA4AC-FC51-17A7-EDA8-20E3E01117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D172B4-0BD2-FDB2-6366-078161F089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D8414F-47CC-7AC6-9E4A-06D0D01EAE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8226F4-1203-9333-C8F1-F6ADE3EB20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CC7821-668A-C632-4BEF-F2D5AD6F30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8B652F-8208-853D-8E41-B22B13ED6B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A9FDDA-7313-D30C-8F42-DA834A1370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DEDD40-FE6E-A3D7-85A5-8F008893B1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7B21B-6E30-D110-015C-A1BB88866E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8FC0BA-AD5D-E7F3-BC1E-A906003B85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5C0EA6-A1AB-F70F-7D0D-29C89B07E2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8CF7D-1172-0B8E-786C-A6C2042736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72637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5546272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7906367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98545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39054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6627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991448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965549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600336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001798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59935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493621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191858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1650691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94963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781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8861376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228653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243467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32687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858185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9765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586677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5149500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9369062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689473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4140780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0763543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26018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1993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325979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230945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5450627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03469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759807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727796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6332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698723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322711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026416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412894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99184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588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07683245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189422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308223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27193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4241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1802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1240908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8184426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73914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32616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05007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669624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1281939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039146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767881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1392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119799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7438580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873460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30248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8133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86008" y="416446"/>
            <a:ext cx="10515600" cy="6159717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3200400" lvl="8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BAHIR DAR UNIVERSIT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 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</a:t>
            </a:r>
            <a:endParaRPr sz="20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200400" lvl="8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Faculty of computing </a:t>
            </a:r>
            <a:endParaRPr lang="en-GB" sz="20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200400" lvl="8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Science </a:t>
            </a:r>
            <a:endParaRPr sz="20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200400" lvl="8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Course:Compiler Design</a:t>
            </a:r>
            <a:endParaRPr sz="2000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3089298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80238" y="926403"/>
            <a:ext cx="7737430" cy="30010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7613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952499"/>
            <a:ext cx="10515600" cy="5224462"/>
          </a:xfrm>
        </p:spPr>
        <p:txBody>
          <a:bodyPr/>
          <a:lstStyle/>
          <a:p>
            <a:pPr marL="0" lvl="0" indent="0">
              <a:buFont typeface="Arial"/>
              <a:buNone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Individual Assignment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:Assignment 03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Name :Mahlet kasahun</a:t>
            </a:r>
            <a:endParaRPr sz="2800"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ID:BDU1411427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Student No: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6882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sz="3000">
                <a:latin typeface="Times New Roman"/>
                <a:ea typeface="Times New Roman"/>
                <a:cs typeface="Times New Roman"/>
              </a:rPr>
              <a:t>Assignment Title: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508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Introduction</a:t>
            </a:r>
            <a:endParaRPr/>
          </a:p>
        </p:txBody>
      </p:sp>
      <p:sp>
        <p:nvSpPr>
          <p:cNvPr id="17025127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Lexical analysis is the first phase of a compiler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converts source code into tokens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Errors at this stage are called lexical errors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recovery allows the compiler to continue processing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324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Is Error Recovery?</a:t>
            </a:r>
            <a:endParaRPr/>
          </a:p>
        </p:txBody>
      </p:sp>
      <p:sp>
        <p:nvSpPr>
          <p:cNvPr id="15803013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recovery in lexical analysis is the process by which: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lexer detects invalid input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Reports the error clearly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Skips or fixes the error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Continues scanning remaining code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Goal: Do not stop compilation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0143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Types of Lexical Errors</a:t>
            </a:r>
            <a:endParaRPr/>
          </a:p>
        </p:txBody>
      </p:sp>
      <p:sp>
        <p:nvSpPr>
          <p:cNvPr id="17300650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Common lexical errors include: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Invalid characters (@, #)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Malformed identifiers (2value)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Invalid numbers (12.4.7)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Unterminated strings ("Hello)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Illegal escape sequences (\q)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853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Why Error Recovery Is Important</a:t>
            </a:r>
            <a:endParaRPr/>
          </a:p>
        </p:txBody>
      </p:sp>
      <p:sp>
        <p:nvSpPr>
          <p:cNvPr id="921698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Detects multiple errors in one run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Saves programmer time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Improves compiler usability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Prevents cascading errors in later phases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Helps syntax analysis continue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8936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Panic Mode Recovery</a:t>
            </a:r>
            <a:endParaRPr/>
          </a:p>
        </p:txBody>
      </p:sp>
      <p:sp>
        <p:nvSpPr>
          <p:cNvPr id="17717372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Lexer skips invalid characters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Continues until a valid token is found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Most commonly used technique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Example: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 x = 10 @ 20; 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is ignored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Simple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May skip useful input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2583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Deletion &amp; Insertion Techniques</a:t>
            </a:r>
            <a:endParaRPr/>
          </a:p>
        </p:txBody>
      </p:sp>
      <p:sp>
        <p:nvSpPr>
          <p:cNvPr id="19488542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Character Deletion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 $x = 5; 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$ is removed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Character Insertion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printf("Hello); 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Missing " is inserted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✔️ Helps common mistakes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❌ Risk of wrong assumption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6352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Replacement Technique</a:t>
            </a:r>
            <a:endParaRPr/>
          </a:p>
        </p:txBody>
      </p:sp>
      <p:sp>
        <p:nvSpPr>
          <p:cNvPr id="7705930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Replace invalid character with a valid one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📌 Example: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x = 10..5; 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Replace .. with 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✔️ Minimizes disruption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❌ Not always accurate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352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Reporting by Lexer</a:t>
            </a:r>
            <a:endParaRPr/>
          </a:p>
        </p:txBody>
      </p:sp>
      <p:sp>
        <p:nvSpPr>
          <p:cNvPr id="7766238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Lexer reports: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type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Line number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Invalid lexeme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Example: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Lexical Error at line 5: Invalid character '@'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6781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Role in Compiler Process</a:t>
            </a:r>
            <a:endParaRPr/>
          </a:p>
        </p:txBody>
      </p:sp>
      <p:sp>
        <p:nvSpPr>
          <p:cNvPr id="18444113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Supports syntax analysis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Reduces cascading errors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Makes compiler robust and user-friendly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Improves debugging efficiency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3779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Advantages &amp; Limitations</a:t>
            </a:r>
            <a:endParaRPr/>
          </a:p>
        </p:txBody>
      </p:sp>
      <p:sp>
        <p:nvSpPr>
          <p:cNvPr id="16694022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Advantages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✔️ Faster debugging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✔️ Multiple error detection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✔️ Smooth compilation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Limitations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❌ Cannot fix complex errors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❌ May skip valid tokens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2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Conclusion</a:t>
            </a:r>
            <a:endParaRPr/>
          </a:p>
        </p:txBody>
      </p:sp>
      <p:sp>
        <p:nvSpPr>
          <p:cNvPr id="13761598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recovery is essential in lexical analysis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helps detect and manage invalid input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Enables compilation to continue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Improves overall compiler performance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5323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References</a:t>
            </a:r>
            <a:endParaRPr/>
          </a:p>
        </p:txBody>
      </p:sp>
      <p:sp>
        <p:nvSpPr>
          <p:cNvPr id="17791057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Aho, Lam, Sethi &amp; Ullman – Compilers: Principles, Techniques, and Tools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Lecture Notes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Reliable compiler design websites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2026-01-18T16:22:24Z</dcterms:modified>
</cp:coreProperties>
</file>