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787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7268161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10/30/2013</a:t>
            </a:fld>
            <a:endParaRPr lang="en-GB"/>
          </a:p>
        </p:txBody>
      </p:sp>
      <p:sp>
        <p:nvSpPr>
          <p:cNvPr id="123026519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125793996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7054167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8875546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AC0A5E-CB19-95D1-EAD8-99759F42DB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C24B09-41EC-BAF0-FD51-70D51BBC08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560949-C9A5-E84F-0EED-5FCEA61AFA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446B6-CDBD-466B-B25F-F8F97AB570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01866F-0578-E12D-A52E-647369F010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7823B-BE6C-6D69-39C0-87CB74F420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A8C491-9CE3-2883-672E-4C24DA1DAC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91D12A-6313-B5F9-0154-9B0AA964BD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8589EF-55D5-C7D0-36A6-4CEF07102B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0701CF-59D3-09BF-A1C7-5EA23C028E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26204C-5B36-D514-D53E-A4A49B43DD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BD9811-C4D6-FC05-CEC2-57130EAB4C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FC9F7D-B22A-EF66-8A2E-BB8B4B79B6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C7CFE9-53FE-65F2-1827-D8ADCE73DB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BD5E3E-9791-76AA-7FE7-D63875E1DD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54F798-217F-AFC7-1810-62BF1CDA6A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72413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49698045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GB"/>
          </a:p>
        </p:txBody>
      </p:sp>
      <p:sp>
        <p:nvSpPr>
          <p:cNvPr id="11683508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95027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451658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4959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2516286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6371944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8918751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077066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32023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219687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21268532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0638474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84675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283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10606193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253360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8074924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100281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287813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6419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0555497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1513369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3909690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6710494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7370004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7724795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2938665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6582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70735762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14029369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5881514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59372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9241463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17075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49603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90909292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125768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961201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3473841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421065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24197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206107742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GB"/>
          </a:p>
        </p:txBody>
      </p:sp>
      <p:sp>
        <p:nvSpPr>
          <p:cNvPr id="12338950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514296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91993638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261513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2340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30506726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371081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98574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077485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4084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49222470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14838140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214344204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255547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244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GB"/>
          </a:p>
        </p:txBody>
      </p:sp>
      <p:sp>
        <p:nvSpPr>
          <p:cNvPr id="137836000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GB"/>
          </a:p>
        </p:txBody>
      </p:sp>
      <p:sp>
        <p:nvSpPr>
          <p:cNvPr id="209140077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30.10.2013</a:t>
            </a:fld>
            <a:endParaRPr lang="en-GB"/>
          </a:p>
        </p:txBody>
      </p:sp>
      <p:sp>
        <p:nvSpPr>
          <p:cNvPr id="16585642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8104999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731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Error Recovery in Lexical Analysis </a:t>
            </a:r>
            <a:endParaRPr/>
          </a:p>
        </p:txBody>
      </p:sp>
      <p:sp>
        <p:nvSpPr>
          <p:cNvPr id="5647070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88595" y="1852808"/>
            <a:ext cx="11091505" cy="4506825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Compiler Design </a:t>
            </a:r>
            <a:endParaRPr sz="1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Name: Mahlet Kassahun </a:t>
            </a:r>
            <a:endParaRPr sz="1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Department of Computer Science </a:t>
            </a:r>
            <a:endParaRPr sz="18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8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Bahir Dar University</a:t>
            </a:r>
            <a:endParaRPr sz="18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1855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 to Lexical Analysis</a:t>
            </a:r>
            <a:endParaRPr/>
          </a:p>
        </p:txBody>
      </p:sp>
      <p:sp>
        <p:nvSpPr>
          <p:cNvPr id="1000186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Lexical analysis is the first phase of a compiler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• It reads the source program character by character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Groups characters into tokens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such as: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 Keywords (int, if)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 Identifiers (x, total)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 Numbers (10, 5.5)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 Operators (+, =)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65524808" name=""/>
          <p:cNvSpPr/>
          <p:nvPr/>
        </p:nvSpPr>
        <p:spPr bwMode="auto">
          <a:xfrm>
            <a:off x="2033619" y="3154680"/>
            <a:ext cx="812692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7417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Lexical Errors </a:t>
            </a:r>
            <a:endParaRPr sz="4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21060588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Lexical errors occur when characters do not match token rules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Caused by: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Typing mistakes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Invalid symbols  o Incorrect formats  Examples: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@, # in program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Identifier starting with number: 2sum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Invalid number: 12.4.7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2273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What Is Error Recovery?</a:t>
            </a:r>
            <a:endParaRPr sz="4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81238962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Error recovery is the ability of the lexer to handle errors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Instead of stopping: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Detects the error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Reports it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Tries to recover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Continues scanning remaining code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8617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Why Error Recovery Is Needed </a:t>
            </a:r>
            <a:endParaRPr/>
          </a:p>
        </p:txBody>
      </p:sp>
      <p:sp>
        <p:nvSpPr>
          <p:cNvPr id="19004772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Without recovery → compiler stops at first error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With recovery: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Programmer gets multiple error messages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Saves time  o Improves user experience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Prevents errors from propagating to: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Syntax analysis  o Semantic analysis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6783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Common Types of Lexical Errors </a:t>
            </a:r>
            <a:endParaRPr/>
          </a:p>
        </p:txBody>
      </p:sp>
      <p:sp>
        <p:nvSpPr>
          <p:cNvPr id="430783939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1. Invalid Characters  o Symbols not allowed in language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Example: int x = 5 @ 3;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2. Malformed Identifiers  o Identifier rules violated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Example: 3value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Invalid Numbers  o Incorrect numeric format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Example: 12.3.4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4. Unterminated Strings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Missing closing quotation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Example: "Hello </a:t>
            </a:r>
            <a:endParaRPr sz="1600" b="1"/>
          </a:p>
          <a:p>
            <a:pPr marL="0" indent="0">
              <a:buFont typeface="Arial"/>
              <a:buNone/>
              <a:defRPr/>
            </a:pPr>
            <a:r>
              <a:rPr sz="1600" b="1"/>
              <a:t>Missing “ inserting</a:t>
            </a:r>
            <a:endParaRPr sz="1600" b="1"/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5. Illegal Escape Sequences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Example: \q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760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Panic Mode Recovery (Detailed)</a:t>
            </a:r>
            <a:endParaRPr/>
          </a:p>
        </p:txBody>
      </p:sp>
      <p:sp>
        <p:nvSpPr>
          <p:cNvPr id="16555338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Simplest and most widely used method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Lexer: 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Skips invalid characters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Continues until a valid token is found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Example:  int x = 10 @ 20;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@ is ignored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Lexer continues with 20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7368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Character Deletion Technique </a:t>
            </a:r>
            <a:endParaRPr/>
          </a:p>
        </p:txBody>
      </p:sp>
      <p:sp>
        <p:nvSpPr>
          <p:cNvPr id="198909874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Lexer deletes the invalid character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Used when a symbol is clearly incorrect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Example:  int $x = 5;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$ removed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Token becomes valid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739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1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Character Insertion Technique </a:t>
            </a:r>
            <a:endParaRPr/>
          </a:p>
        </p:txBody>
      </p:sp>
      <p:sp>
        <p:nvSpPr>
          <p:cNvPr id="5761495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4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Lexer inserts missing characters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Used for common mistakes  Example:  printf("Hello);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Missing " inserted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5178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Replacement Technique </a:t>
            </a:r>
            <a:endParaRPr/>
          </a:p>
        </p:txBody>
      </p:sp>
      <p:sp>
        <p:nvSpPr>
          <p:cNvPr id="1463585833" name="Content Placeholder 2"/>
          <p:cNvSpPr>
            <a:spLocks noGrp="1"/>
          </p:cNvSpPr>
          <p:nvPr>
            <p:ph idx="1"/>
          </p:nvPr>
        </p:nvSpPr>
        <p:spPr bwMode="auto">
          <a:xfrm>
            <a:off x="981727" y="1877816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Invalid character replaced with valid one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           Example:  x = 10..5;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.. replaced with .</a:t>
            </a:r>
            <a:endParaRPr sz="1600" b="1"/>
          </a:p>
          <a:p>
            <a:pPr marL="0" indent="0">
              <a:buFont typeface="Arial"/>
              <a:buNone/>
              <a:defRPr/>
            </a:pPr>
            <a:r>
              <a:rPr sz="1600" b="1"/>
              <a:t>.minimizes distruption</a:t>
            </a:r>
            <a:endParaRPr sz="1600" b="1"/>
          </a:p>
          <a:p>
            <a:pPr marL="0" indent="0">
              <a:buFont typeface="Arial"/>
              <a:buNone/>
              <a:defRPr/>
            </a:pPr>
            <a:r>
              <a:rPr sz="1600" b="1"/>
              <a:t>.not always correct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2552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98854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Error Reporting by Lexer  Lexer provides: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Type of error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Line number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Invalid lexeme 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0605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Role of Error Recovery in Compiler</a:t>
            </a:r>
            <a:endParaRPr/>
          </a:p>
        </p:txBody>
      </p:sp>
      <p:sp>
        <p:nvSpPr>
          <p:cNvPr id="172417192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1799528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Su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pports syntax analysis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Prevents cascading errors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Makes compiler: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 Robust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       User-friendly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Improves debugging efficiency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1073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Advantages of Lexical Error Recovery  </a:t>
            </a:r>
            <a:endParaRPr/>
          </a:p>
        </p:txBody>
      </p:sp>
      <p:sp>
        <p:nvSpPr>
          <p:cNvPr id="827475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Faster debugging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Multiple error detection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Better program analysis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Smooth compilation process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117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Limitations of Lexical Error Recovery </a:t>
            </a:r>
            <a:endParaRPr/>
          </a:p>
        </p:txBody>
      </p:sp>
      <p:sp>
        <p:nvSpPr>
          <p:cNvPr id="2228489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Cannot fix logical errors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• May remove valid tokens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Assumptions may be incorrect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Limited to simple errors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830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Conclusion  </a:t>
            </a:r>
            <a:endParaRPr sz="4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6567409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Lexical error recovery is essential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Helps detect and manage invalid input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Allows compilation to continue  </a:t>
            </a:r>
            <a:endParaRPr sz="16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Improves overall compiler perf</a:t>
            </a:r>
            <a:endParaRPr sz="16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4156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sz="4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References </a:t>
            </a:r>
            <a:endParaRPr sz="4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/>
          </a:p>
        </p:txBody>
      </p:sp>
      <p:sp>
        <p:nvSpPr>
          <p:cNvPr id="172804745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Aho, Lam, Sethi &amp; Ullman 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Compilers: Principles, Techniques, and Tools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Lecture notes  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Compiler design textbooks &amp; websites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ONLYOFFICE/9.2.0.100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2026-01-22T12:09:17Z</dcterms:modified>
</cp:coreProperties>
</file>